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Nunito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Nunito-bold.fntdata"/><Relationship Id="rId12" Type="http://schemas.openxmlformats.org/officeDocument/2006/relationships/font" Target="fonts/Nuni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boldItalic.fntdata"/><Relationship Id="rId14" Type="http://schemas.openxmlformats.org/officeDocument/2006/relationships/font" Target="fonts/Nuni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286330c63_0_5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e286330c63_0_5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e286330c63_0_5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e286330c63_0_5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e286330c63_0_5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e286330c63_0_5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e286330c63_0_5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e286330c63_0_5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e286330c63_0_5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e286330c63_0_5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6.png"/><Relationship Id="rId7" Type="http://schemas.openxmlformats.org/officeDocument/2006/relationships/image" Target="../media/image2.png"/><Relationship Id="rId8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16.png"/><Relationship Id="rId6" Type="http://schemas.openxmlformats.org/officeDocument/2006/relationships/image" Target="../media/image14.png"/><Relationship Id="rId7" Type="http://schemas.openxmlformats.org/officeDocument/2006/relationships/image" Target="../media/image8.png"/><Relationship Id="rId8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922178" y="759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Thermometer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6463125" y="4264625"/>
            <a:ext cx="21267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Elis Engström</a:t>
            </a:r>
            <a:endParaRPr/>
          </a:p>
        </p:txBody>
      </p:sp>
      <p:pic>
        <p:nvPicPr>
          <p:cNvPr id="130" name="Google Shape;13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2426" y="1528550"/>
            <a:ext cx="2868851" cy="25341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3" title="20250216_163230.jpg"/>
          <p:cNvPicPr preferRelativeResize="0"/>
          <p:nvPr/>
        </p:nvPicPr>
        <p:blipFill rotWithShape="1">
          <a:blip r:embed="rId4">
            <a:alphaModFix/>
          </a:blip>
          <a:srcRect b="0" l="0" r="0" t="15605"/>
          <a:stretch/>
        </p:blipFill>
        <p:spPr>
          <a:xfrm>
            <a:off x="7046976" y="2988701"/>
            <a:ext cx="1088924" cy="1225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Idea and Concept</a:t>
            </a:r>
            <a:endParaRPr/>
          </a:p>
        </p:txBody>
      </p:sp>
      <p:sp>
        <p:nvSpPr>
          <p:cNvPr id="137" name="Google Shape;137;p14"/>
          <p:cNvSpPr txBox="1"/>
          <p:nvPr>
            <p:ph idx="1" type="body"/>
          </p:nvPr>
        </p:nvSpPr>
        <p:spPr>
          <a:xfrm>
            <a:off x="819150" y="1990725"/>
            <a:ext cx="7505700" cy="15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GB" sz="1900"/>
              <a:t>Air source heat pump, radiator and water leak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GB" sz="1900"/>
              <a:t>Indoors temperature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GB" sz="1900"/>
              <a:t>Humidity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GB" sz="1900"/>
              <a:t>Outdoors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GB" sz="1900"/>
              <a:t>Real-time data on a phone APP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GB" sz="1900"/>
              <a:t>Cheap</a:t>
            </a:r>
            <a:endParaRPr sz="1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Components &amp; Tools</a:t>
            </a:r>
            <a:endParaRPr/>
          </a:p>
        </p:txBody>
      </p:sp>
      <p:sp>
        <p:nvSpPr>
          <p:cNvPr id="143" name="Google Shape;143;p15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ESP32-C3 Mini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DHT22 -40 to +80 °C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DS18B20 -10 to +85 °C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LCD OLED Screen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ThingSpeak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GitHub</a:t>
            </a:r>
            <a:endParaRPr/>
          </a:p>
        </p:txBody>
      </p:sp>
      <p:pic>
        <p:nvPicPr>
          <p:cNvPr id="144" name="Google Shape;144;p15"/>
          <p:cNvPicPr preferRelativeResize="0"/>
          <p:nvPr/>
        </p:nvPicPr>
        <p:blipFill rotWithShape="1">
          <a:blip r:embed="rId3">
            <a:alphaModFix/>
          </a:blip>
          <a:srcRect b="24974" l="23116" r="23817" t="25415"/>
          <a:stretch/>
        </p:blipFill>
        <p:spPr>
          <a:xfrm>
            <a:off x="4917613" y="397175"/>
            <a:ext cx="1379700" cy="128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37275" y="443700"/>
            <a:ext cx="1356500" cy="135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5"/>
          <p:cNvPicPr preferRelativeResize="0"/>
          <p:nvPr/>
        </p:nvPicPr>
        <p:blipFill rotWithShape="1">
          <a:blip r:embed="rId5">
            <a:alphaModFix/>
          </a:blip>
          <a:srcRect b="19706" l="8293" r="9185" t="18733"/>
          <a:stretch/>
        </p:blipFill>
        <p:spPr>
          <a:xfrm>
            <a:off x="3829575" y="1836075"/>
            <a:ext cx="1976100" cy="147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5"/>
          <p:cNvPicPr preferRelativeResize="0"/>
          <p:nvPr/>
        </p:nvPicPr>
        <p:blipFill rotWithShape="1">
          <a:blip r:embed="rId6">
            <a:alphaModFix/>
          </a:blip>
          <a:srcRect b="14010" l="0" r="0" t="14510"/>
          <a:stretch/>
        </p:blipFill>
        <p:spPr>
          <a:xfrm>
            <a:off x="6016200" y="2035425"/>
            <a:ext cx="2329799" cy="124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798050" y="3346050"/>
            <a:ext cx="1745826" cy="1091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605225" y="3284450"/>
            <a:ext cx="1174175" cy="117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Prototype Photos</a:t>
            </a:r>
            <a:endParaRPr/>
          </a:p>
        </p:txBody>
      </p:sp>
      <p:sp>
        <p:nvSpPr>
          <p:cNvPr id="155" name="Google Shape;155;p16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6" name="Google Shape;15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1324778" y="1415576"/>
            <a:ext cx="1243274" cy="22083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3681025" y="1415752"/>
            <a:ext cx="1242801" cy="22074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5400000">
            <a:off x="6036598" y="1415774"/>
            <a:ext cx="1242801" cy="22074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250" y="3211400"/>
            <a:ext cx="1954399" cy="1282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6"/>
          <p:cNvPicPr preferRelativeResize="0"/>
          <p:nvPr/>
        </p:nvPicPr>
        <p:blipFill rotWithShape="1">
          <a:blip r:embed="rId7">
            <a:alphaModFix/>
          </a:blip>
          <a:srcRect b="37984" l="24999" r="21813" t="32673"/>
          <a:stretch/>
        </p:blipFill>
        <p:spPr>
          <a:xfrm>
            <a:off x="5746550" y="3319900"/>
            <a:ext cx="1631301" cy="11999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098473" y="3259401"/>
            <a:ext cx="2346250" cy="1320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ThingSpeak Web and APP</a:t>
            </a:r>
            <a:endParaRPr/>
          </a:p>
        </p:txBody>
      </p:sp>
      <p:sp>
        <p:nvSpPr>
          <p:cNvPr id="167" name="Google Shape;167;p17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8" name="Google Shape;16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88625" y="1137425"/>
            <a:ext cx="1850300" cy="34765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9900" y="1676700"/>
            <a:ext cx="4026399" cy="2762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8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Thanks!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